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English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gauge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Software Exposure Summary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.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3ef90ba5-2e21-429e-8bcd-4af60b41186d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d607830d0338409f" /><Relationship Type="http://schemas.openxmlformats.org/officeDocument/2006/relationships/slideLayout" Target="/ppt/slideLayouts/slideLayout8.xml" Id="Rf24fe00ea8b74164" /><Relationship Type="http://schemas.openxmlformats.org/officeDocument/2006/relationships/hyperlink" Target="https://app.powerbi.com/groups/me/reports/3ef90ba5-2e21-429e-8bcd-4af60b41186d/?pbi_source=PowerPoint" TargetMode="External" Id="RelId0" /><Relationship Type="http://schemas.openxmlformats.org/officeDocument/2006/relationships/image" Target="/ppt/media/image4.png" Id="imgId215345693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Skillset report - Balaji Dhamodaran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10/11/2025 06:40:59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10/11/2025 06:39:54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English ,gauge ,textbox ,textbox ,Software Exposure Summary ,. ,textbox ,textbox ,textbox ,textbox ,textbox ,textbox ,textbox ,textbox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1534569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90600" y="0"/>
            <a:ext cx="1020127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Balaji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